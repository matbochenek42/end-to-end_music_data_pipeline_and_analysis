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70A0"/>
    <a:srgbClr val="3772A3"/>
    <a:srgbClr val="336791"/>
    <a:srgbClr val="3770A1"/>
    <a:srgbClr val="FFD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CF2CCD-F5A0-CCB6-FB76-6D4B9C13C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00D3F08-FBEE-B7D9-4A07-4F30C0B3B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08FF0B8-9EDF-21AA-9ABF-561935D4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3B87B5-4261-9A25-CD14-31F71F61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84FE046-4418-5D86-DA90-33AF2DE0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0839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127816-646F-9D47-4EB5-C3E0F972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CF0D985-6865-1B8D-C98A-CB14BED68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E6ED159-949F-FFD5-65F9-3DF2583CF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F722CBF-BA70-94BA-675B-4ACE5CD43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A6904F2-7FC0-BD72-4704-8D22DCDE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550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9D18167-D464-5071-B74A-8FCA59C9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820A83C-D6EE-A5B9-5282-7E3A73819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0207AFB-C850-6A25-CB7B-8267D23A9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200FABE-AB7E-9BEB-1D4A-D6E0A38F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C6F2A6C-AC0F-0E19-482B-9585518D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25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6FA46B-EBC7-E80D-2214-6FC7CEBFB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FB70B5-5497-36B5-FB2B-079A49820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13FA48D-1B6B-E827-6885-7B29F9B84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9A576CF-CDC1-A8E2-C58F-D28877A4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4505835-C29C-355D-8C12-65ED28B4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08D2A45-9D1C-B426-B134-BB525E1E0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453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ABF7FF-FDAE-1CFD-EF4C-2C3AA2A68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3AD81D4-438F-1147-8612-F1DD33285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9BB53A9-1EF8-2BE9-F403-F33FF7FAC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40FC8C7-07A1-6ECF-306B-9B42F8737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915D6AE-3D0E-1A16-7627-AD97FE2F81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780D9FF-7BC5-E555-4374-E741AB00C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053EDA4-5907-2B5F-D719-916C21982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923BC6E-34AC-B34E-A11E-58B51AC0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3684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2C0485-D7B5-4914-CE08-76B87FFE9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DB97756-D084-415C-0B0B-D6351AD5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D59CFB8-8A50-A8CD-C12A-B2133625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F930104-E626-C07A-88C7-CE0A1ABE8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8741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695DDFD-9E58-1E2F-12EF-D277D972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808F443-5CAE-FC7D-28C3-BD224A30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B2C1A4E-306C-7E3D-8575-94EDC23E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048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52C1C8-D113-7885-9F17-031B2CFD9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2475C73-81C0-D7DF-5FA4-05D7DDB0B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D9F5104-26B7-8000-A63F-E5E2EAEA7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161E647-6244-9344-4DC9-1F3C9990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FE4D8E1-A4E7-7C2B-6EA9-477E8A0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8A7F71F-0E6B-B7DB-D066-36674407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9986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0CEF20-AADB-CCF9-40A6-BECF96C51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A464C44F-A6C8-AB71-8B38-9DEE7BC97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9B6F9EA-28CD-38C2-5333-93E71EFCB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08855E2-3574-4A11-0650-F8E5D4E2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749592C-CD72-4493-124F-ED87A199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B0D649E-B824-4BDB-2DC2-233E0065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22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F7EC44-4EA5-BA0D-1D91-9FF494A4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50AFFD5-2EC1-721A-192C-B1E71E2AC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8C2C163-A329-6B44-A3D5-E1A69A4DB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FAE1BBD-059D-8341-FBFE-1FA761CF5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50A9376-7214-D007-3354-D81C826E3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950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594533BB-D8F3-3F51-A38B-94D3AB648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F9E16D5-AD04-1E43-E7DB-E83A39203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6FE4899-FAFA-B630-6516-F7CCFA42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36EF1BD-F856-F788-3D7D-95B1CA4A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358B644-F859-5E30-B19F-F18A6D9D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67008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F67D4891-DD9B-8E4F-1609-7DAC3A15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3E8DA32-566B-39AF-A505-B5067BF79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47CC930-C526-A202-70A0-E20551D01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E6744-4C6E-46F7-B5C6-136932447740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E25D849-902C-9A45-B687-6CFBA6F5D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A11A357-3223-B5C4-2DBC-3038C2C50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20132-92EA-40DE-9F8A-8C9107A6B04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35147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FCA93-E34F-A184-E0F8-389A9B82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ython (programming language) - Wikipedia">
            <a:extLst>
              <a:ext uri="{FF2B5EF4-FFF2-40B4-BE49-F238E27FC236}">
                <a16:creationId xmlns:a16="http://schemas.microsoft.com/office/drawing/2014/main" id="{7C516422-C011-CD08-B47B-532D86C5D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529000"/>
            <a:ext cx="1800000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40353C65-78C5-6311-E6EF-105AD1BF15E0}"/>
              </a:ext>
            </a:extLst>
          </p:cNvPr>
          <p:cNvSpPr txBox="1"/>
          <p:nvPr/>
        </p:nvSpPr>
        <p:spPr>
          <a:xfrm>
            <a:off x="3390900" y="137164"/>
            <a:ext cx="541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400" b="1" dirty="0">
                <a:solidFill>
                  <a:srgbClr val="3367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SCHEMA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069B43A5-35F8-BB10-A650-F3171CB8C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134" y="2323996"/>
            <a:ext cx="1800000" cy="2102610"/>
          </a:xfrm>
          <a:prstGeom prst="rect">
            <a:avLst/>
          </a:prstGeom>
        </p:spPr>
      </p:pic>
      <p:pic>
        <p:nvPicPr>
          <p:cNvPr id="1040" name="Picture 16" descr="PostgreSQL - Wikipedia">
            <a:extLst>
              <a:ext uri="{FF2B5EF4-FFF2-40B4-BE49-F238E27FC236}">
                <a16:creationId xmlns:a16="http://schemas.microsoft.com/office/drawing/2014/main" id="{B36C6333-D382-5FCB-ECA7-47228417C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751" y="2601000"/>
            <a:ext cx="1675601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ower BI – Wikipedia, wolna encyklopedia">
            <a:extLst>
              <a:ext uri="{FF2B5EF4-FFF2-40B4-BE49-F238E27FC236}">
                <a16:creationId xmlns:a16="http://schemas.microsoft.com/office/drawing/2014/main" id="{8ECDB649-DBF3-36DF-27C8-71FD30BFE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628" y="2519156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F7A99DBF-B092-E6BB-DCE0-DC720147DB5D}"/>
              </a:ext>
            </a:extLst>
          </p:cNvPr>
          <p:cNvSpPr/>
          <p:nvPr/>
        </p:nvSpPr>
        <p:spPr>
          <a:xfrm>
            <a:off x="971550" y="1276569"/>
            <a:ext cx="1800000" cy="742384"/>
          </a:xfrm>
          <a:prstGeom prst="roundRect">
            <a:avLst/>
          </a:prstGeom>
          <a:solidFill>
            <a:srgbClr val="FFD03F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5F9D14B-481E-B7B0-C9B1-1F363F8AB277}"/>
              </a:ext>
            </a:extLst>
          </p:cNvPr>
          <p:cNvSpPr txBox="1"/>
          <p:nvPr/>
        </p:nvSpPr>
        <p:spPr>
          <a:xfrm>
            <a:off x="1038631" y="1416927"/>
            <a:ext cx="1665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 err="1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l-PL" sz="2400" b="1" dirty="0">
              <a:ln w="0"/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6ACADC3B-1D11-DD7E-779D-6A36E2175CB4}"/>
              </a:ext>
            </a:extLst>
          </p:cNvPr>
          <p:cNvSpPr txBox="1"/>
          <p:nvPr/>
        </p:nvSpPr>
        <p:spPr>
          <a:xfrm>
            <a:off x="971550" y="4565105"/>
            <a:ext cx="180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rgbClr val="3367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l-PL" dirty="0" err="1">
                <a:solidFill>
                  <a:srgbClr val="3367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Ingestion</a:t>
            </a:r>
            <a:endParaRPr lang="pl-PL" dirty="0">
              <a:solidFill>
                <a:srgbClr val="3367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trzałka: w prawo 19">
            <a:extLst>
              <a:ext uri="{FF2B5EF4-FFF2-40B4-BE49-F238E27FC236}">
                <a16:creationId xmlns:a16="http://schemas.microsoft.com/office/drawing/2014/main" id="{E576E16F-4011-E0C0-7CDC-D528553B0B8F}"/>
              </a:ext>
            </a:extLst>
          </p:cNvPr>
          <p:cNvSpPr/>
          <p:nvPr/>
        </p:nvSpPr>
        <p:spPr>
          <a:xfrm>
            <a:off x="2989465" y="3206141"/>
            <a:ext cx="1135641" cy="338321"/>
          </a:xfrm>
          <a:prstGeom prst="rightArrow">
            <a:avLst/>
          </a:prstGeom>
          <a:solidFill>
            <a:srgbClr val="3770A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A7A74697-0318-D7E4-2427-B65424958FAB}"/>
              </a:ext>
            </a:extLst>
          </p:cNvPr>
          <p:cNvSpPr/>
          <p:nvPr/>
        </p:nvSpPr>
        <p:spPr>
          <a:xfrm>
            <a:off x="4125106" y="1276569"/>
            <a:ext cx="1800000" cy="742384"/>
          </a:xfrm>
          <a:prstGeom prst="roundRect">
            <a:avLst/>
          </a:prstGeom>
          <a:solidFill>
            <a:srgbClr val="FFD03F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614AC5D-0ED3-280D-EAA9-6354FB177ECA}"/>
              </a:ext>
            </a:extLst>
          </p:cNvPr>
          <p:cNvSpPr txBox="1"/>
          <p:nvPr/>
        </p:nvSpPr>
        <p:spPr>
          <a:xfrm>
            <a:off x="4202134" y="1416927"/>
            <a:ext cx="1665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 err="1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  <a:endParaRPr lang="pl-PL" sz="2400" b="1" dirty="0">
              <a:ln w="0"/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6352B574-7E1E-A25D-8872-2E0F50629523}"/>
              </a:ext>
            </a:extLst>
          </p:cNvPr>
          <p:cNvSpPr/>
          <p:nvPr/>
        </p:nvSpPr>
        <p:spPr>
          <a:xfrm>
            <a:off x="7089867" y="1276569"/>
            <a:ext cx="1800000" cy="742384"/>
          </a:xfrm>
          <a:prstGeom prst="roundRect">
            <a:avLst/>
          </a:prstGeom>
          <a:solidFill>
            <a:srgbClr val="FFD03F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FF341F9-102C-1EEA-B96A-4E74A4406BA3}"/>
              </a:ext>
            </a:extLst>
          </p:cNvPr>
          <p:cNvSpPr txBox="1"/>
          <p:nvPr/>
        </p:nvSpPr>
        <p:spPr>
          <a:xfrm>
            <a:off x="7156948" y="1416928"/>
            <a:ext cx="1665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F5A1F7F4-E412-CCE7-77E4-6C21C131D19C}"/>
              </a:ext>
            </a:extLst>
          </p:cNvPr>
          <p:cNvSpPr/>
          <p:nvPr/>
        </p:nvSpPr>
        <p:spPr>
          <a:xfrm>
            <a:off x="10054628" y="1276569"/>
            <a:ext cx="1800000" cy="742384"/>
          </a:xfrm>
          <a:prstGeom prst="roundRect">
            <a:avLst/>
          </a:prstGeom>
          <a:solidFill>
            <a:srgbClr val="FFD03F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56AAD5B-AE5C-3774-CED9-0241AC21F8F6}"/>
              </a:ext>
            </a:extLst>
          </p:cNvPr>
          <p:cNvSpPr txBox="1"/>
          <p:nvPr/>
        </p:nvSpPr>
        <p:spPr>
          <a:xfrm>
            <a:off x="10121709" y="1416928"/>
            <a:ext cx="1665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Power BI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C791FBFC-1E0C-753A-6335-449A297FC841}"/>
              </a:ext>
            </a:extLst>
          </p:cNvPr>
          <p:cNvSpPr txBox="1"/>
          <p:nvPr/>
        </p:nvSpPr>
        <p:spPr>
          <a:xfrm>
            <a:off x="4125105" y="4565105"/>
            <a:ext cx="180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rgbClr val="3367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ETL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3E682A18-4AE9-A474-6211-96585FB3FF23}"/>
              </a:ext>
            </a:extLst>
          </p:cNvPr>
          <p:cNvSpPr txBox="1"/>
          <p:nvPr/>
        </p:nvSpPr>
        <p:spPr>
          <a:xfrm>
            <a:off x="7171751" y="4426606"/>
            <a:ext cx="1800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rgbClr val="3367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&amp; Analysis</a:t>
            </a: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66DFD168-8F49-2E7F-0016-208D7B642E1C}"/>
              </a:ext>
            </a:extLst>
          </p:cNvPr>
          <p:cNvSpPr txBox="1"/>
          <p:nvPr/>
        </p:nvSpPr>
        <p:spPr>
          <a:xfrm>
            <a:off x="10054627" y="4426606"/>
            <a:ext cx="1800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rgbClr val="3367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pl-PL" dirty="0" err="1">
                <a:solidFill>
                  <a:srgbClr val="3367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Intelligence</a:t>
            </a:r>
            <a:endParaRPr lang="pl-PL" dirty="0">
              <a:solidFill>
                <a:srgbClr val="3367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trzałka: w prawo 22">
            <a:extLst>
              <a:ext uri="{FF2B5EF4-FFF2-40B4-BE49-F238E27FC236}">
                <a16:creationId xmlns:a16="http://schemas.microsoft.com/office/drawing/2014/main" id="{98EE7488-71B1-9A2C-E72C-84F7E6DEC098}"/>
              </a:ext>
            </a:extLst>
          </p:cNvPr>
          <p:cNvSpPr/>
          <p:nvPr/>
        </p:nvSpPr>
        <p:spPr>
          <a:xfrm>
            <a:off x="5925106" y="3206140"/>
            <a:ext cx="1135641" cy="338321"/>
          </a:xfrm>
          <a:prstGeom prst="rightArrow">
            <a:avLst/>
          </a:prstGeom>
          <a:solidFill>
            <a:srgbClr val="3770A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4" name="Strzałka: w prawo 23">
            <a:extLst>
              <a:ext uri="{FF2B5EF4-FFF2-40B4-BE49-F238E27FC236}">
                <a16:creationId xmlns:a16="http://schemas.microsoft.com/office/drawing/2014/main" id="{DCDD408F-C0EF-7CAA-A1E7-96467FE7CBAA}"/>
              </a:ext>
            </a:extLst>
          </p:cNvPr>
          <p:cNvSpPr/>
          <p:nvPr/>
        </p:nvSpPr>
        <p:spPr>
          <a:xfrm>
            <a:off x="8986068" y="3206139"/>
            <a:ext cx="1135641" cy="338321"/>
          </a:xfrm>
          <a:prstGeom prst="rightArrow">
            <a:avLst/>
          </a:prstGeom>
          <a:solidFill>
            <a:srgbClr val="3770A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678574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15</Words>
  <Application>Microsoft Office PowerPoint</Application>
  <PresentationFormat>Panoramiczny</PresentationFormat>
  <Paragraphs>9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Motyw pakietu Office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Mateusz Bochenek</dc:creator>
  <cp:lastModifiedBy>Mateusz Bochenek</cp:lastModifiedBy>
  <cp:revision>23</cp:revision>
  <dcterms:created xsi:type="dcterms:W3CDTF">2026-04-08T19:41:25Z</dcterms:created>
  <dcterms:modified xsi:type="dcterms:W3CDTF">2026-04-09T11:51:37Z</dcterms:modified>
</cp:coreProperties>
</file>